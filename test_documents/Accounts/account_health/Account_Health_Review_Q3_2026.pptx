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Health score by account (0-100)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Health score</c:v>
                </c:pt>
              </c:strCache>
            </c:strRef>
          </c:tx>
          <c:spPr>
            <a:solidFill>
              <a:srgbClr val="0F7C90"/>
            </a:solidFill>
          </c:spPr>
          <c:cat>
            <c:strRef>
              <c:f>Sheet1!$A$2:$A$14</c:f>
              <c:strCache>
                <c:ptCount val="13"/>
                <c:pt idx="0">
                  <c:v>Northwind</c:v>
                </c:pt>
                <c:pt idx="1">
                  <c:v>Fabrikam</c:v>
                </c:pt>
                <c:pt idx="2">
                  <c:v>Woodgrove</c:v>
                </c:pt>
                <c:pt idx="3">
                  <c:v>Tailspin</c:v>
                </c:pt>
                <c:pt idx="4">
                  <c:v>Litware</c:v>
                </c:pt>
                <c:pt idx="5">
                  <c:v>Contoso</c:v>
                </c:pt>
                <c:pt idx="6">
                  <c:v>Adventure</c:v>
                </c:pt>
                <c:pt idx="7">
                  <c:v>Wingtip</c:v>
                </c:pt>
                <c:pt idx="8">
                  <c:v>Relecloud</c:v>
                </c:pt>
                <c:pt idx="9">
                  <c:v>Lamna</c:v>
                </c:pt>
                <c:pt idx="10">
                  <c:v>Wide</c:v>
                </c:pt>
                <c:pt idx="11">
                  <c:v>Trey</c:v>
                </c:pt>
                <c:pt idx="12">
                  <c:v>Halcyon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34</c:v>
                </c:pt>
                <c:pt idx="1">
                  <c:v>71</c:v>
                </c:pt>
                <c:pt idx="2">
                  <c:v>68</c:v>
                </c:pt>
                <c:pt idx="3">
                  <c:v>79</c:v>
                </c:pt>
                <c:pt idx="4">
                  <c:v>74</c:v>
                </c:pt>
                <c:pt idx="5">
                  <c:v>62</c:v>
                </c:pt>
                <c:pt idx="6">
                  <c:v>70</c:v>
                </c:pt>
                <c:pt idx="7">
                  <c:v>88</c:v>
                </c:pt>
                <c:pt idx="8">
                  <c:v>77</c:v>
                </c:pt>
                <c:pt idx="9">
                  <c:v>69</c:v>
                </c:pt>
                <c:pt idx="10">
                  <c:v>45</c:v>
                </c:pt>
                <c:pt idx="11">
                  <c:v>76</c:v>
                </c:pt>
                <c:pt idx="12">
                  <c:v>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5E9EF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786384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VISIONET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Account Health Review: Q3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Arial"/>
              </a:rPr>
              <a:t>Client health, escalations and expansion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AB4C3"/>
                </a:solidFill>
                <a:latin typeface="Arial"/>
              </a:rPr>
              <a:t>Sales leadership  |  7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4C3"/>
                </a:solidFill>
                <a:latin typeface="Arial"/>
              </a:rPr>
              <a:t>Visionet  |  Account Health Review Q3 2026  |  Fictitious data for testing - Enterprise IQ test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AB4C3"/>
                </a:solidFill>
                <a:latin typeface="Arial"/>
              </a:rPr>
              <a:t>CONFIDENTIAL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B2A4A"/>
                </a:solidFill>
                <a:latin typeface="Arial"/>
              </a:rPr>
              <a:t>2 accounts are red, and both have renewals in the next 120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Account Health Review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2E8B57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Green accounts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2988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5868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E8A33D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5868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Amber accounts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C0392B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Red accounts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Northwind, Wide World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4564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67444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7444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Open escalations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7444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7 across 4 accounts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57200" y="2926080"/>
          <a:ext cx="1124712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DETAIL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Health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Account Health Review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17" cy="4736592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185025"/>
                <a:gridCol w="995320"/>
                <a:gridCol w="1094852"/>
                <a:gridCol w="1393448"/>
                <a:gridCol w="1194384"/>
                <a:gridCol w="1194384"/>
                <a:gridCol w="995320"/>
                <a:gridCol w="1194384"/>
              </a:tblGrid>
              <a:tr h="33832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CSAT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Escalations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SLA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Delivery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Score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Northwind Traders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6.1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-2.3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97.8%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54864" marR="54864" marT="27432" marB="27432" anchor="ctr">
                    <a:solidFill>
                      <a:srgbClr val="F8D7D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Fabrikam Health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8.6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+0.2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99.1%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 marL="54864" marR="54864" marT="27432" marB="27432" anchor="ctr">
                    <a:solidFill>
                      <a:srgbClr val="FFF0CC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Woodgrove Bank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+0.2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99.1%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 marL="54864" marR="54864" marT="27432" marB="27432" anchor="ctr">
                    <a:solidFill>
                      <a:srgbClr val="FFF0CC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Tailspin Airlines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8.4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+0.3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99.4%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Litware Insurance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98.7%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Contoso Manufacturing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7.6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-0.3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98.9%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 marL="54864" marR="54864" marT="27432" marB="27432" anchor="ctr">
                    <a:solidFill>
                      <a:srgbClr val="FFF0CC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Adventure Works Retail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7.9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+0.2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98.2%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Wingtip Logistics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9.1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+0.3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99.6%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Relecloud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99.3%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Lamna Healthcare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7.8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-0.2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99.0%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 marL="54864" marR="54864" marT="27432" marB="27432" anchor="ctr">
                    <a:solidFill>
                      <a:srgbClr val="FFF0CC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Wide World Importers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6.9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-0.5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97.1%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Amber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54864" marR="54864" marT="27432" marB="27432" anchor="ctr">
                    <a:solidFill>
                      <a:srgbClr val="F8D7DA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Trey Research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8.5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+0.2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99.2%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Halcyon Health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+0.2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99.4%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54864" marR="54864" marT="27432" marB="27432" anchor="ctr">
                    <a:solidFill>
                      <a:srgbClr val="D9F2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RED ACCOUNTS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Northwind and Wide World need executive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Account Health Review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CONFIDENTIAL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B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  <a:latin typeface="Arial"/>
              </a:rPr>
              <a:t>Northwind Traders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474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Atlas red since W39; 14 stores lost POS on 26 Sep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CSAT 6.1 (from 8.4); sponsor exited 28 Sep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Infosys pitching AMS; renewal 1 Feb 2027 ($1.45M ACV)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Recovery plan due 8 Oct; CRO joining weekly sync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54480"/>
            <a:ext cx="5486400" cy="4480560"/>
          </a:xfrm>
          <a:prstGeom prst="roundRect">
            <a:avLst>
              <a:gd name="adj" fmla="val 8000"/>
            </a:avLst>
          </a:prstGeom>
          <a:solidFill>
            <a:srgbClr val="FB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9377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  <a:latin typeface="Arial"/>
              </a:rPr>
              <a:t>Wide World Importers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77440"/>
            <a:ext cx="4937760" cy="3474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CFO-led 12% IT cost cut for FY27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Wipro bid ~18% below our renewal price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SLA 97.1% vs 97.5% target; 2 open escalations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500" b="0">
                <a:solidFill>
                  <a:srgbClr val="1F2937"/>
                </a:solidFill>
                <a:latin typeface="Arial"/>
              </a:rPr>
              <a:t>CFO meeting 13 Oct; renewal decision 30 Oct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Account Health Review Q3 2026</dc:title>
  <dc:subject/>
  <dc:creator>Laura Chen</dc:creator>
  <cp:keywords>Enterprise IQ</cp:keywords>
  <dc:description>Fictitious data for testing - Enterprise IQ test corpus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Confidential</cp:category>
</cp:coreProperties>
</file>