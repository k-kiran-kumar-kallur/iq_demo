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Mei Lin asked for a depot manager dashboard by the QBR in January. Carlos Ruiz confirmed SAP PM API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WEEKLY STATUS  |  W40  |  28 SEP - 2 OCT 2026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Arial"/>
              </a:rPr>
              <a:t>Wingtip Fleet Analytics: on track, pilot depot showing early gains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Wingtip Fleet Analytics status, W40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E8B57"/>
                </a:solidFill>
                <a:latin typeface="Arial"/>
              </a:rPr>
              <a:t>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Overall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W38 Green, W39 Green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2988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5868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31%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5868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Phase 2 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5868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PRJ-3202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33%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Budget burn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$190K of $580K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4564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444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-23%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7444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Roadside breakdowns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7444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Memphis pilot, 8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17520"/>
            <a:ext cx="5486400" cy="3200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56032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1F2937"/>
                </a:solidFill>
                <a:latin typeface="Arial"/>
              </a:rPr>
              <a:t>Model v2 retrained on 14 months of telemetry (AUC 0.87)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1F2937"/>
                </a:solidFill>
                <a:latin typeface="Arial"/>
              </a:rPr>
              <a:t>Memphis pilot depot live since 14 Sep; 41 alerts, 33 confirmed faults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1F2937"/>
                </a:solidFill>
                <a:latin typeface="Arial"/>
              </a:rPr>
              <a:t>Rotterdam and Hamburg discovery for EU depots (OPP-24171) starts 19 Oct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17920" y="3063240"/>
          <a:ext cx="5486400" cy="18288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291840"/>
                <a:gridCol w="1097280"/>
                <a:gridCol w="10972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Next milestone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Depots 2-4 (Nashville, Dallas, Atlanta)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16 Nov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D9F2E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Maintenance work-order integration (SAP PM)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4 Dec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D9F2E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Phase 2 complete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31 Mar 2027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D9F2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Wingtip Fleet Analytics Weekly Status W40</dc:title>
  <dc:subject/>
  <dc:creator>Jordan Blake</dc:creator>
  <cp:keywords>Enterprise IQ</cp:keywords>
  <dc:description>Fictitious data for testing - Enterprise IQ test corpus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Confidential</cp:category>
</cp:coreProperties>
</file>