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Fuel cost change vs 2025 baseline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Fuel cost vs 2025 baseline (%)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marker>
            <c:spPr>
              <a:solidFill>
                <a:srgbClr val="1B2A4A"/>
              </a:solidFill>
              <a:ln>
                <a:solidFill>
                  <a:srgbClr val="1B2A4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-1.2</c:v>
                </c:pt>
                <c:pt idx="1">
                  <c:v>-2.9</c:v>
                </c:pt>
                <c:pt idx="2">
                  <c:v>-4.1</c:v>
                </c:pt>
                <c:pt idx="3">
                  <c:v>-5.6</c:v>
                </c:pt>
                <c:pt idx="4">
                  <c:v>-6.3</c:v>
                </c:pt>
                <c:pt idx="5">
                  <c:v>-7.0</c:v>
                </c:pt>
                <c:pt idx="6">
                  <c:v>-7.3</c:v>
                </c:pt>
                <c:pt idx="7">
                  <c:v>-7.5</c:v>
                </c:pt>
                <c:pt idx="8">
                  <c:v>-7.4</c:v>
                </c:pt>
                <c:pt idx="9">
                  <c:v>-7.4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Wingtip Logistics: Quarterly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Q3 2026  |  Fleet Analytics programme (PRG-2002)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29 September 2026  |  Henrik Larsen, Mei Lin, Carlos Ruiz  |  Sophie Turner, Arjun Mehta, Jordan Blake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Wingtip Logistics QBR, 29 Sep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CONFIDENTIAL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Arial"/>
              </a:rPr>
              <a:t>Fuel savings held at 7.4% and the maintenance pilot is ahead of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Wingtip Logistics QBR, 29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645920"/>
            <a:ext cx="402336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Idling down 31% fleet-wide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Route adherence 94% (from 86%)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Memphis pilot: 23% fewer roadside breakdowns in 8 weeks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CSAT 9.1 in Q3 pulse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ROADMAP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Phase 2 plan and the EU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Wingtip Logistics QBR, 29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572000"/>
                <a:gridCol w="2011680"/>
                <a:gridCol w="1645920"/>
                <a:gridCol w="30175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Predictive maintenance depots 2-4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Nov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Jordan Blake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SAP PM work-order integration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Dec 2026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Carlos Ruiz / Jordan Blake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EU depots (Rotterdam, Hamburg) discovery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Oct-Dec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Sophie Turner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EU depots platform build (OPP-24171, $1.2M)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Q1-Q2 2027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Proposal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Sophie Turner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Driver coaching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2027 (idea)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Mei Lin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CLIENT ASKS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What Wingtip asked of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Wingtip Logistics QBR, 29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Henrik Larsen: one fleet dashboard for EU and US depots by mid-2027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Mei Lin: depot-manager view of maintenance alerts before the January QBR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Carlos Ruiz: reduce Databricks cost per event by 10% in 2027 (FinOps review)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Agreement: Wingtip will act as a reference for EU logistics prospects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Wingtip Logistics QBR Q3 2026</dc:title>
  <dc:subject/>
  <dc:creator>Jordan Blake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