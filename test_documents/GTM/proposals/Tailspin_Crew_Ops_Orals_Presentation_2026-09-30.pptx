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Servers migrated to AWS for Tailspin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Servers migrated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Sheet1!$A$2:$A$3</c:f>
              <c:strCache>
                <c:ptCount val="2"/>
                <c:pt idx="0">
                  <c:v>Wave 1 (2025)</c:v>
                </c:pt>
                <c:pt idx="1">
                  <c:v>Wave 2 (2026)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412</c:v>
                </c:pt>
                <c:pt idx="1">
                  <c:v>386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1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9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1F293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Competitors on the shortlist: TCS and Cognizant. Panel asked about union rule engine flexibility - follow up with Elaine Russo with the rules configuration demo by 7 Oct.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502920" cy="502920"/>
          </a:xfrm>
          <a:prstGeom prst="ellipse">
            <a:avLst/>
          </a:prstGeom>
          <a:solidFill>
            <a:srgbClr val="0F7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786384"/>
            <a:ext cx="5486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VISIONET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105156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Crew Operations Platform Modernisation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105156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Arial"/>
              </a:rPr>
              <a:t>Orals presentation to Tailspin Airlines evaluation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2064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AB4C3"/>
                </a:solidFill>
                <a:latin typeface="Arial"/>
              </a:rPr>
              <a:t>30 September 2026  |  Sophie Turner, Anita Rao, Victor Hughes, Ravi Shankar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B4C3"/>
                </a:solidFill>
                <a:latin typeface="Arial"/>
              </a:rPr>
              <a:t>Visionet  |  Tailspin Airlines orals, 30 Sep 2026  |  Fictitious data for testing - Enterprise IQ test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AB4C3"/>
                </a:solidFill>
                <a:latin typeface="Arial"/>
              </a:rPr>
              <a:t>CONFIDENTIAL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OUR UNDERSTANDING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Arial"/>
              </a:rPr>
              <a:t>Summer 2026 showed what the current crew system costs Tailspin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Tailspin Airlines orals, 30 Sep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1,140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Crew-related cancellations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Jun-Aug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2988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5868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$38M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5868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Disruption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Tailspin Q2 filing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4.5 hrs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Avg. re-crew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manual, per disruption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4564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444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1997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7444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Core system built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444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COBOL on z/OS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63240"/>
            <a:ext cx="11155680" cy="3108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56032" indent="-201168">
              <a:spcAft>
                <a:spcPts val="600"/>
              </a:spcAft>
              <a:buChar char="•"/>
            </a:pPr>
            <a:r>
              <a:rPr sz="1600" b="0">
                <a:solidFill>
                  <a:srgbClr val="1F2937"/>
                </a:solidFill>
                <a:latin typeface="Arial"/>
              </a:rPr>
              <a:t>Crew pairing and rostering run on a mainframe batch that cannot re-optimise during irregular operations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600" b="0">
                <a:solidFill>
                  <a:srgbClr val="1F2937"/>
                </a:solidFill>
                <a:latin typeface="Arial"/>
              </a:rPr>
              <a:t>Crew schedulers re-key changes across 4 systems; union rules are checked by hand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600" b="0">
                <a:solidFill>
                  <a:srgbClr val="1F2937"/>
                </a:solidFill>
                <a:latin typeface="Arial"/>
              </a:rPr>
              <a:t>Tailspin's RFP asks for a cloud-native platform live for the 2027 summer peak (by 1 May 2027)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OUR SOLUTION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Arial"/>
              </a:rPr>
              <a:t>A cloud-native crew platform on AWS, delivered in three increments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Tailspin Airlines orals, 30 Sep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0F7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Arial"/>
              </a:rPr>
              <a:t>Crew data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228600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Arial"/>
              </a:rPr>
              <a:t>Event stream of roster, flight and crew-qualification changes (Amazon MSK)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60020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4720" y="1783080"/>
            <a:ext cx="502920" cy="502920"/>
          </a:xfrm>
          <a:prstGeom prst="ellipse">
            <a:avLst/>
          </a:prstGeom>
          <a:solidFill>
            <a:srgbClr val="0F7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2316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Arial"/>
              </a:rPr>
              <a:t>Recovery optimiser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80360"/>
            <a:ext cx="228600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Arial"/>
              </a:rPr>
              <a:t>Re-crews disrupted flights in minutes using union and FAA rule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0020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9360" y="1783080"/>
            <a:ext cx="502920" cy="502920"/>
          </a:xfrm>
          <a:prstGeom prst="ellipse">
            <a:avLst/>
          </a:prstGeom>
          <a:solidFill>
            <a:srgbClr val="0F7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42316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Arial"/>
              </a:rPr>
              <a:t>Scheduler workbench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80360"/>
            <a:ext cx="228600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Arial"/>
              </a:rPr>
              <a:t>One screen for schedulers; replaces 4 legacy green screens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600200"/>
            <a:ext cx="2651760" cy="2377440"/>
          </a:xfrm>
          <a:prstGeom prst="roundRect">
            <a:avLst>
              <a:gd name="adj" fmla="val 8000"/>
            </a:avLst>
          </a:prstGeom>
          <a:solidFill>
            <a:srgbClr val="EA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0" y="1783080"/>
            <a:ext cx="502920" cy="502920"/>
          </a:xfrm>
          <a:prstGeom prst="ellipse">
            <a:avLst/>
          </a:prstGeom>
          <a:solidFill>
            <a:srgbClr val="0F7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42316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B2A4A"/>
                </a:solidFill>
                <a:latin typeface="Arial"/>
              </a:rPr>
              <a:t>Crew mobile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880360"/>
            <a:ext cx="228600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Arial"/>
              </a:rPr>
              <a:t>Trip trades, notifications and acknowledgements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43400"/>
            <a:ext cx="11155680" cy="18288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Built on the AWS landing zone we delivered in migration waves 1 and 2 (2025-2026)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Legacy mainframe stays system of record for pay until increment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DELIVERY PLAN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Arial"/>
              </a:rPr>
              <a:t>Live for summer 2027, with the mainframe as fallback until pay cuts 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Tailspin Airlines orals, 30 Sep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19" cy="18288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20906"/>
                <a:gridCol w="3878317"/>
                <a:gridCol w="1357411"/>
                <a:gridCol w="1357411"/>
                <a:gridCol w="213307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Increment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Scope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Start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Fallback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1 - Data hub + workbench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Read-only workbench, event hub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Nov 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Feb 2027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Mainframe primary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2 - Recovery optimiser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Irregular-ops re-crewing, rule engine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Jan 2027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Apr 2027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Manual re-crew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3 - Mobile + pay cutover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Crew app, pay interface, decommission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Apr 2027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Sep 2027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Parallel pay run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749039"/>
            <a:ext cx="111556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Arial"/>
              </a:rPr>
              <a:t>Increment 2 is live 4 weeks before the 1 May 2027 deadline, leaving a buffer for summer readiness testing with crew schedulers.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PROOF POINTS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Why Visionet: we already run Tailspin's AWS estate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Tailspin Airlines orals, 30 Sep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554480"/>
          <a:ext cx="5486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737360"/>
            <a:ext cx="5394960" cy="4206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Both migration waves delivered on schedule; wave 2 closed 12 June 2026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AWS MAP credits ($210K) lowered Tailspin's migration cost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Crew domain SMEs from 2 airline programmes (references available)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Same AWS account structure and security controls reused: no new landing zone cost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COMMERCIALS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Commercial summary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Tailspin Airlines orals, 30 Sep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3605784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324002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Arial"/>
              </a:rPr>
              <a:t>$2.2M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85415"/>
            <a:ext cx="324002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Total contract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324002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fixed price per increment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1508760"/>
            <a:ext cx="3605784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4464" y="1618488"/>
            <a:ext cx="324002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Arial"/>
              </a:rPr>
              <a:t>11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4464" y="2185415"/>
            <a:ext cx="324002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2423160"/>
            <a:ext cx="324002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Nov 2026 - Sep 2027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1508760"/>
            <a:ext cx="3605784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8847" y="1618488"/>
            <a:ext cx="324002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Arial"/>
              </a:rPr>
              <a:t>23 Oct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8847" y="2185415"/>
            <a:ext cx="324002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847" y="2423160"/>
            <a:ext cx="324002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Tailspin evaluation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108960"/>
            <a:ext cx="11155680" cy="2743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56032" indent="-201168">
              <a:spcAft>
                <a:spcPts val="600"/>
              </a:spcAft>
              <a:buChar char="•"/>
            </a:pPr>
            <a:r>
              <a:rPr sz="1600" b="0">
                <a:solidFill>
                  <a:srgbClr val="1F2937"/>
                </a:solidFill>
                <a:latin typeface="Arial"/>
              </a:rPr>
              <a:t>Proposal validity extended to 30 November 2026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600" b="0">
                <a:solidFill>
                  <a:srgbClr val="1F2937"/>
                </a:solidFill>
                <a:latin typeface="Arial"/>
              </a:rPr>
              <a:t>Reference calls offered with two airline crew programmes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600" b="0">
                <a:solidFill>
                  <a:srgbClr val="1F2937"/>
                </a:solidFill>
                <a:latin typeface="Arial"/>
              </a:rPr>
              <a:t>Optional: AWS MAP modernisation funding to be applied for after award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Tailspin Airlines - Crew Operations Platform Orals</dc:title>
  <dc:subject/>
  <dc:creator>Anita Rao</dc:creator>
  <cp:keywords>Enterprise IQ</cp:keywords>
  <dc:description>Fictitious data for testing - Enterprise IQ test corpus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Confidential</cp:category>
</cp:coreProperties>
</file>